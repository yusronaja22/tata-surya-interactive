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64" r:id="rId3"/>
    <p:sldId id="265" r:id="rId4"/>
    <p:sldId id="26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1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29F5-D3EA-452B-A53A-9B8FBDBCB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F9207-2E26-4E4C-A1B2-C32291A6B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48B26-1CA3-400C-968C-74F2AD4A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90592-992B-48FD-9E13-8AED217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8187D-59FC-458C-A6DC-1C7DC371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5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5053-A6A4-4493-A8E8-24CDEDE4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5167-D514-4A94-A904-9C7E76C84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4F8EE-915B-45D7-9884-84A744E5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1B1B-E3D8-4CF5-A10E-7C8CAD27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ED7E6-7889-48C5-92E8-0FF92DE1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7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8B04-9075-4500-A4C5-6FADD88C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C8AA0-AFED-4BFD-8829-936044454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B7321-59A8-4A7F-94BD-61454A07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0A2E3-C7D1-4461-8B24-6EDA1222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9ED47-6F4C-4B09-BA75-0188209D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1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9E2C-B1D7-4D8F-8EBE-6EA6BAF4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40A6-B13B-4A32-8911-C51C9DFC6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C2588-7655-4B79-B85F-A353D35BA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5044D-8058-48C7-973B-99A58674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215B3-19F3-42EE-B25F-8DC3DEDD9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74C06-CCB5-4117-9414-C02AB032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43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679B-7F9E-4EED-8A87-EEC38014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F6E75-C729-443F-A95E-F5945185C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DB626-0044-44DD-BBE7-6BDC7BE1C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24A4A-2311-4157-9E11-0E0191898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4A951-BD31-4E6D-A3BB-5082FFEEA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3B25A-D78A-45B1-A4C4-522F0C6B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3F946-0A9B-499B-89C5-2147E29C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285AD-304A-41FD-BEFD-7782E1B1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5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CD89-7E39-4F6A-9603-1C39CE5E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85AC9-1D20-4A97-A0CA-46DA1F89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3B205-3A04-4E97-88A7-C2F53DB0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829CE-0C86-4215-888F-2C47786D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25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D562C-ABB2-45CE-AB78-3CC7D95A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FF870-3C8D-4CD0-8F64-AF55E657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73D2A-46A6-4F2F-A492-034EB1E6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53F6-70F1-497A-9EFB-DED695E9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09620-02CE-49DC-B64A-3C47FCC83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BE5C2-71BF-4863-A8A5-9E4ED5FB4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48055-E525-49AB-B873-3F2CE7CE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F11B8-8D0E-4E3A-B6A2-CFF2BE74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B713E-EDD0-410B-A2FA-0723F0AE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4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DAB3-C7E2-4B8F-AA88-09A821DA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373D2-3D95-4285-9C08-54C7B5154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295A7-CC74-443A-9E40-4D7A48541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5AAD3-FF0E-4F16-B303-F7598F77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707E4-6B1D-4A27-BC40-42AF1766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CEE07-C79B-47B4-9658-CAFE5E53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4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685FF-F6A2-4F31-9FE4-A38595A68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521D8-0985-444B-9490-E1F6E5DD4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77C5-EFD8-406E-98AE-19B89342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FB04E-F513-41BF-808E-A1CE6FA0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AAFB9-B713-4137-85F6-2CF789BC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5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95EAC-8CD2-4E2B-BA24-78807BD2B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873D2-8ACC-4EDD-BCF3-A4D4FA803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D6567-C3EF-4E36-A6B9-2B20288B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1F99D-261E-4E70-9B02-12809EED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95488-8CC3-4292-8739-992573FF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D609F-3719-4989-8AF1-5932DD9A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2A410-AA70-480B-B891-3C0462C68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6817-716E-4E09-8781-7911CFAD2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EF13-9236-4100-9217-747B363A573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661AC-3AF3-4D57-B599-880B3070A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39190-630A-4DB9-B4DF-ECAABF526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5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B4742-AC17-4BC4-80AA-6CD20BF5C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STORYBOARD GAME INTERAKTIF PEMBELAJARAN IPAS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CC927-FF3F-43AE-94F7-78AA7612D7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/>
              <a:t>BAB 6: MENGEMBARA DI JAGAT RAYA</a:t>
            </a:r>
          </a:p>
          <a:p>
            <a:r>
              <a:rPr lang="en-US" dirty="0"/>
              <a:t>Judul Game: </a:t>
            </a:r>
            <a:r>
              <a:rPr lang="fi-FI" dirty="0"/>
              <a:t>Detektif Planet: Misi Menyusun Tata Surya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17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53158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(Voice Over) Narator: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dirty="0"/>
                        <a:t>Ayo </a:t>
                      </a:r>
                      <a:r>
                        <a:rPr lang="en-US" dirty="0" err="1"/>
                        <a:t>kita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bermain</a:t>
                      </a:r>
                      <a:r>
                        <a:rPr lang="en-US" dirty="0"/>
                        <a:t> sambil belajar! </a:t>
                      </a:r>
                      <a:r>
                        <a:rPr lang="en-US" dirty="0" err="1"/>
                        <a:t>Misi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hari</a:t>
                      </a:r>
                      <a:r>
                        <a:rPr lang="en-US" dirty="0"/>
                        <a:t> ini adalah </a:t>
                      </a:r>
                      <a:r>
                        <a:rPr lang="en-US" dirty="0" err="1"/>
                        <a:t>mengenali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karakteristik</a:t>
                      </a:r>
                      <a:r>
                        <a:rPr lang="en-US" dirty="0"/>
                        <a:t> planet </a:t>
                      </a:r>
                      <a:r>
                        <a:rPr lang="en-US" dirty="0" err="1"/>
                        <a:t>sekaligus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menentukan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jalur</a:t>
                      </a:r>
                      <a:r>
                        <a:rPr lang="en-US" dirty="0"/>
                        <a:t> orbit yang </a:t>
                      </a:r>
                      <a:r>
                        <a:rPr lang="en-US" dirty="0" err="1"/>
                        <a:t>tepat</a:t>
                      </a:r>
                      <a:r>
                        <a:rPr lang="en-US" dirty="0"/>
                        <a:t> di tata </a:t>
                      </a:r>
                      <a:r>
                        <a:rPr lang="en-US" dirty="0" err="1"/>
                        <a:t>surya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Tebak</a:t>
                      </a:r>
                      <a:r>
                        <a:rPr lang="en-US" dirty="0"/>
                        <a:t> planet apakah aku, lalu </a:t>
                      </a:r>
                      <a:r>
                        <a:rPr lang="en-US" dirty="0" err="1"/>
                        <a:t>letakkan</a:t>
                      </a:r>
                      <a:r>
                        <a:rPr lang="en-US" dirty="0"/>
                        <a:t> di orbit yang benar. </a:t>
                      </a:r>
                      <a:r>
                        <a:rPr lang="en-US" dirty="0" err="1"/>
                        <a:t>Jadilah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Detektif</a:t>
                      </a:r>
                      <a:r>
                        <a:rPr lang="en-US" dirty="0"/>
                        <a:t> Planet yang </a:t>
                      </a:r>
                      <a:r>
                        <a:rPr lang="en-US" dirty="0" err="1"/>
                        <a:t>hebat</a:t>
                      </a:r>
                      <a:r>
                        <a:rPr lang="en-US" dirty="0"/>
                        <a:t>!”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Pengguna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tombol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“Mulai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Bermain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Carousel:</a:t>
                      </a:r>
                    </a:p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Tujuan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pembelajaran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Kamu dapat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menjelaskan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tentang sistem tata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surya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Kamu dapat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mengidentifikasi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karakteristik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setiap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planet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Menebak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planet apakah aku, lalu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menyusun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Planet pada orbit yang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tepat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72B94-B867-4C46-9A38-DFD059E6A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64" y="831603"/>
            <a:ext cx="5327266" cy="300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6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473612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System: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Pop up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akan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otomatis, dan bisa di hide/minimize</a:t>
                      </a:r>
                    </a:p>
                    <a:p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membaca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soal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karakteristik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planet yang muncul di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pertanyaan.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menyeret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gambar planet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inventory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jalur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orbit yang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dianggap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benar.</a:t>
                      </a:r>
                    </a:p>
                    <a:p>
                      <a:b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Feedback 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 orbit/salah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tebak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(-6,25)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 Sfx denting bel,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(+12,5)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dirty="0"/>
                        <a:t>“Baca soalnya dengan </a:t>
                      </a:r>
                      <a:r>
                        <a:rPr lang="en-US" dirty="0" err="1"/>
                        <a:t>teliti</a:t>
                      </a:r>
                      <a:r>
                        <a:rPr lang="en-US" dirty="0"/>
                        <a:t>, lalu </a:t>
                      </a:r>
                      <a:r>
                        <a:rPr lang="en-US" dirty="0" err="1"/>
                        <a:t>seret</a:t>
                      </a:r>
                      <a:r>
                        <a:rPr lang="en-US" dirty="0"/>
                        <a:t> gambar planet ke </a:t>
                      </a:r>
                      <a:r>
                        <a:rPr lang="en-US" dirty="0" err="1"/>
                        <a:t>jalur</a:t>
                      </a:r>
                      <a:r>
                        <a:rPr lang="en-US" dirty="0"/>
                        <a:t> orbit yang paling </a:t>
                      </a:r>
                      <a:r>
                        <a:rPr lang="en-US" dirty="0" err="1"/>
                        <a:t>tepat</a:t>
                      </a:r>
                      <a:r>
                        <a:rPr lang="en-US" dirty="0"/>
                        <a:t>! </a:t>
                      </a:r>
                      <a:r>
                        <a:rPr lang="en-US" dirty="0" err="1"/>
                        <a:t>Kalau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jawabanmu</a:t>
                      </a:r>
                      <a:r>
                        <a:rPr lang="en-US" dirty="0"/>
                        <a:t> benar, </a:t>
                      </a:r>
                      <a:r>
                        <a:rPr lang="en-US" dirty="0" err="1"/>
                        <a:t>skor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bertambah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Jika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keliru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ayo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geser</a:t>
                      </a:r>
                      <a:r>
                        <a:rPr lang="en-US" dirty="0"/>
                        <a:t> dan coba lagi sampai pas!”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B88D93-D0D4-4D04-90B0-8E1813F95F2E}"/>
              </a:ext>
            </a:extLst>
          </p:cNvPr>
          <p:cNvSpPr/>
          <p:nvPr/>
        </p:nvSpPr>
        <p:spPr>
          <a:xfrm>
            <a:off x="1017917" y="4088921"/>
            <a:ext cx="4183811" cy="22256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Cara </a:t>
            </a:r>
            <a:r>
              <a:rPr lang="en-US" sz="1200" b="1" dirty="0" err="1">
                <a:solidFill>
                  <a:schemeClr val="tx1"/>
                </a:solidFill>
              </a:rPr>
              <a:t>Bermain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  <a:endParaRPr lang="en-US" sz="12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>
                <a:solidFill>
                  <a:schemeClr val="tx1"/>
                </a:solidFill>
              </a:rPr>
              <a:t>Teman-teman</a:t>
            </a:r>
            <a:r>
              <a:rPr lang="en-US" sz="1200" dirty="0">
                <a:solidFill>
                  <a:schemeClr val="tx1"/>
                </a:solidFill>
              </a:rPr>
              <a:t> bisa </a:t>
            </a:r>
            <a:r>
              <a:rPr lang="en-US" sz="1200" dirty="0" err="1">
                <a:solidFill>
                  <a:schemeClr val="tx1"/>
                </a:solidFill>
              </a:rPr>
              <a:t>membaca</a:t>
            </a:r>
            <a:r>
              <a:rPr lang="en-US" sz="1200" dirty="0">
                <a:solidFill>
                  <a:schemeClr val="tx1"/>
                </a:solidFill>
              </a:rPr>
              <a:t> dan </a:t>
            </a:r>
            <a:r>
              <a:rPr lang="en-US" sz="1200" dirty="0" err="1">
                <a:solidFill>
                  <a:schemeClr val="tx1"/>
                </a:solidFill>
              </a:rPr>
              <a:t>mencermati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ciri-ciri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unik</a:t>
            </a:r>
            <a:r>
              <a:rPr lang="en-US" sz="1200" dirty="0">
                <a:solidFill>
                  <a:schemeClr val="tx1"/>
                </a:solidFill>
              </a:rPr>
              <a:t> planet yang muncul pada </a:t>
            </a:r>
            <a:r>
              <a:rPr lang="en-US" sz="1200" dirty="0" err="1">
                <a:solidFill>
                  <a:schemeClr val="tx1"/>
                </a:solidFill>
              </a:rPr>
              <a:t>papan</a:t>
            </a:r>
            <a:r>
              <a:rPr lang="en-US" sz="1200" dirty="0">
                <a:solidFill>
                  <a:schemeClr val="tx1"/>
                </a:solidFill>
              </a:rPr>
              <a:t> pertanyaan.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Ambil gambar planet </a:t>
            </a:r>
            <a:r>
              <a:rPr lang="en-US" sz="1200" dirty="0" err="1">
                <a:solidFill>
                  <a:schemeClr val="tx1"/>
                </a:solidFill>
              </a:rPr>
              <a:t>dari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kotak</a:t>
            </a:r>
            <a:r>
              <a:rPr lang="en-US" sz="1200" dirty="0">
                <a:solidFill>
                  <a:schemeClr val="tx1"/>
                </a:solidFill>
              </a:rPr>
              <a:t> planet, lalu </a:t>
            </a:r>
            <a:r>
              <a:rPr lang="en-US" sz="1200" dirty="0" err="1">
                <a:solidFill>
                  <a:schemeClr val="tx1"/>
                </a:solidFill>
              </a:rPr>
              <a:t>seret</a:t>
            </a:r>
            <a:r>
              <a:rPr lang="en-US" sz="1200" dirty="0">
                <a:solidFill>
                  <a:schemeClr val="tx1"/>
                </a:solidFill>
              </a:rPr>
              <a:t> dan </a:t>
            </a:r>
            <a:r>
              <a:rPr lang="en-US" sz="1200" dirty="0" err="1">
                <a:solidFill>
                  <a:schemeClr val="tx1"/>
                </a:solidFill>
              </a:rPr>
              <a:t>letakkan</a:t>
            </a:r>
            <a:r>
              <a:rPr lang="en-US" sz="1200" dirty="0">
                <a:solidFill>
                  <a:schemeClr val="tx1"/>
                </a:solidFill>
              </a:rPr>
              <a:t> pada </a:t>
            </a:r>
            <a:r>
              <a:rPr lang="en-US" sz="1200" dirty="0" err="1">
                <a:solidFill>
                  <a:schemeClr val="tx1"/>
                </a:solidFill>
              </a:rPr>
              <a:t>jalur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lingkaran</a:t>
            </a:r>
            <a:r>
              <a:rPr lang="en-US" sz="1200" dirty="0">
                <a:solidFill>
                  <a:schemeClr val="tx1"/>
                </a:solidFill>
              </a:rPr>
              <a:t> orbit yang menurut kalian paling benar.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>
                <a:solidFill>
                  <a:schemeClr val="tx1"/>
                </a:solidFill>
              </a:rPr>
              <a:t>Jika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jalur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orbitmu</a:t>
            </a:r>
            <a:r>
              <a:rPr lang="en-US" sz="1200" dirty="0">
                <a:solidFill>
                  <a:schemeClr val="tx1"/>
                </a:solidFill>
              </a:rPr>
              <a:t> sudah </a:t>
            </a:r>
            <a:r>
              <a:rPr lang="en-US" sz="1200" dirty="0" err="1">
                <a:solidFill>
                  <a:schemeClr val="tx1"/>
                </a:solidFill>
              </a:rPr>
              <a:t>tepat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 err="1">
                <a:solidFill>
                  <a:schemeClr val="tx1"/>
                </a:solidFill>
              </a:rPr>
              <a:t>skormu</a:t>
            </a:r>
            <a:r>
              <a:rPr lang="en-US" sz="1200" dirty="0">
                <a:solidFill>
                  <a:schemeClr val="tx1"/>
                </a:solidFill>
              </a:rPr>
              <a:t> langsung </a:t>
            </a:r>
            <a:r>
              <a:rPr lang="en-US" sz="1200" dirty="0" err="1">
                <a:solidFill>
                  <a:schemeClr val="tx1"/>
                </a:solidFill>
              </a:rPr>
              <a:t>bertambah</a:t>
            </a:r>
            <a:r>
              <a:rPr lang="en-US" sz="1200" dirty="0">
                <a:solidFill>
                  <a:schemeClr val="tx1"/>
                </a:solidFill>
              </a:rPr>
              <a:t>!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 err="1">
                <a:solidFill>
                  <a:schemeClr val="tx1"/>
                </a:solidFill>
              </a:rPr>
              <a:t>Jika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posisinya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masih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keliru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 err="1">
                <a:solidFill>
                  <a:schemeClr val="tx1"/>
                </a:solidFill>
              </a:rPr>
              <a:t>skormu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berkurang</a:t>
            </a:r>
            <a:r>
              <a:rPr lang="en-US" sz="1200" dirty="0">
                <a:solidFill>
                  <a:schemeClr val="tx1"/>
                </a:solidFill>
              </a:rPr>
              <a:t> dan kamu bisa coba lagi ke </a:t>
            </a:r>
            <a:r>
              <a:rPr lang="en-US" sz="1200" dirty="0" err="1">
                <a:solidFill>
                  <a:schemeClr val="tx1"/>
                </a:solidFill>
              </a:rPr>
              <a:t>jalur</a:t>
            </a:r>
            <a:r>
              <a:rPr lang="en-US" sz="1200" dirty="0">
                <a:solidFill>
                  <a:schemeClr val="tx1"/>
                </a:solidFill>
              </a:rPr>
              <a:t> orbit yang benar!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EDCEF-272D-4E0A-8C40-600E92730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51" y="788873"/>
            <a:ext cx="5540705" cy="309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904082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Pertanyaan di layar: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"Ukuran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sedikit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kecil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dari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Bumi.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Suhu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panas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dari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Merkurius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karena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lapisan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karbondioksida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tebal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Apakah aku?"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Feedback: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harus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gambar planet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Venus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menaruhnya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teks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apresiasi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Hebat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Itu adalah Planet 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Venus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Planet tidak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menempel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 dan kembali lagi ke menu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FEC042-0AA4-4680-97B2-498F55531B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52027" r="24221" b="19597"/>
          <a:stretch/>
        </p:blipFill>
        <p:spPr>
          <a:xfrm>
            <a:off x="1507788" y="4317519"/>
            <a:ext cx="3528995" cy="10783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C9B5CC-588C-4B15-B64D-C0FD09C2E112}"/>
              </a:ext>
            </a:extLst>
          </p:cNvPr>
          <p:cNvSpPr txBox="1"/>
          <p:nvPr/>
        </p:nvSpPr>
        <p:spPr>
          <a:xfrm>
            <a:off x="1680471" y="4594215"/>
            <a:ext cx="315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Tepat</a:t>
            </a:r>
            <a:r>
              <a:rPr lang="en-US" dirty="0"/>
              <a:t> sekali! Itu adalah Venus </a:t>
            </a:r>
            <a:r>
              <a:rPr lang="en-US" dirty="0" err="1"/>
              <a:t>si</a:t>
            </a:r>
            <a:r>
              <a:rPr lang="en-US" dirty="0"/>
              <a:t> planet </a:t>
            </a:r>
            <a:r>
              <a:rPr lang="en-US" dirty="0" err="1"/>
              <a:t>terpanas</a:t>
            </a:r>
            <a:r>
              <a:rPr lang="en-US" dirty="0"/>
              <a:t>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332DF5-B56C-46F0-8B2F-DF2FD13DD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1" y="773017"/>
            <a:ext cx="5495569" cy="30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4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753479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Pertanyaan di layar: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"Aku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dikenal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sebagai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Planet Merah, memiliki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gunung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berapi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raksasa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Siapakah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aku?“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Feedback: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harus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gambar planet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menaruhnya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teks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apresiasi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Hebat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Itu adalah Planet 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Planet tidak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menempel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 dan kembali lagi ke menu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A6E8-5E1A-4F4B-AEA4-78E6B34C48CE}"/>
              </a:ext>
            </a:extLst>
          </p:cNvPr>
          <p:cNvSpPr/>
          <p:nvPr/>
        </p:nvSpPr>
        <p:spPr>
          <a:xfrm>
            <a:off x="4028536" y="1285336"/>
            <a:ext cx="1311215" cy="8626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54A8B-E771-422E-842E-F66A5D3C0126}"/>
              </a:ext>
            </a:extLst>
          </p:cNvPr>
          <p:cNvSpPr/>
          <p:nvPr/>
        </p:nvSpPr>
        <p:spPr>
          <a:xfrm>
            <a:off x="4028536" y="2416629"/>
            <a:ext cx="1380226" cy="56811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1BE376-8E9A-44B5-A710-EC89653A23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52027" r="24221" b="19597"/>
          <a:stretch/>
        </p:blipFill>
        <p:spPr>
          <a:xfrm>
            <a:off x="1507788" y="4317519"/>
            <a:ext cx="3528995" cy="10783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A33079-73AF-40EC-81A2-171D9A759839}"/>
              </a:ext>
            </a:extLst>
          </p:cNvPr>
          <p:cNvSpPr txBox="1"/>
          <p:nvPr/>
        </p:nvSpPr>
        <p:spPr>
          <a:xfrm>
            <a:off x="1680471" y="4594215"/>
            <a:ext cx="3141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Keren! Kamu benar, itu Mars </a:t>
            </a:r>
            <a:r>
              <a:rPr lang="en-US" dirty="0" err="1"/>
              <a:t>si</a:t>
            </a:r>
            <a:r>
              <a:rPr lang="en-US" dirty="0"/>
              <a:t> planet </a:t>
            </a:r>
            <a:r>
              <a:rPr lang="en-US" dirty="0" err="1"/>
              <a:t>merah</a:t>
            </a:r>
            <a:r>
              <a:rPr lang="en-US" dirty="0"/>
              <a:t>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9D0777-AA9D-47D8-BF94-C735DDBFE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1" y="773017"/>
            <a:ext cx="5495569" cy="30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1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40675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Pertanyaan di layar: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"Aku adalah planet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terbesar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tata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surya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memiliki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banyak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bulan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Siapakah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aku?“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Feedback: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harus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gambar planet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Jupiter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menaruhnya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teks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apresiasi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Hebat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Itu adalah Planet 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Jupiter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Planet tidak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menempel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 dan kembali lagi ke menu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A6E8-5E1A-4F4B-AEA4-78E6B34C48CE}"/>
              </a:ext>
            </a:extLst>
          </p:cNvPr>
          <p:cNvSpPr/>
          <p:nvPr/>
        </p:nvSpPr>
        <p:spPr>
          <a:xfrm>
            <a:off x="4028536" y="1285336"/>
            <a:ext cx="1311215" cy="8626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54A8B-E771-422E-842E-F66A5D3C0126}"/>
              </a:ext>
            </a:extLst>
          </p:cNvPr>
          <p:cNvSpPr/>
          <p:nvPr/>
        </p:nvSpPr>
        <p:spPr>
          <a:xfrm>
            <a:off x="4028536" y="2416629"/>
            <a:ext cx="1380226" cy="56811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8FF3DF-7E45-4021-ACD4-44F8C4B83C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52027" r="24221" b="19597"/>
          <a:stretch/>
        </p:blipFill>
        <p:spPr>
          <a:xfrm>
            <a:off x="1507788" y="4317519"/>
            <a:ext cx="3528995" cy="1078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D5A639-80B3-40D2-9EB8-8309E20446AD}"/>
              </a:ext>
            </a:extLst>
          </p:cNvPr>
          <p:cNvSpPr txBox="1"/>
          <p:nvPr/>
        </p:nvSpPr>
        <p:spPr>
          <a:xfrm>
            <a:off x="1680471" y="4594215"/>
            <a:ext cx="315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Mantap! </a:t>
            </a:r>
            <a:r>
              <a:rPr lang="en-US" dirty="0" err="1"/>
              <a:t>Jawabannya</a:t>
            </a:r>
            <a:r>
              <a:rPr lang="en-US" dirty="0"/>
              <a:t> benar, itu planet Jupiter!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06456D-040C-4B22-B0FE-FA5E94DC0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1" y="773017"/>
            <a:ext cx="5495569" cy="30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12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992827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Pertanyaan di layar: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"Aku adalah planet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terkecil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aku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terletak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dekat dengan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Matahari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Apakah aku?"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Feedback: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harus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gambar planet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Merkurius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menaruhnya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teks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apresiasi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Hebat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Itu adalah Planet </a:t>
                      </a:r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Merkurius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Planet tidak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menempel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 dan kembali lagi ke menu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A6E8-5E1A-4F4B-AEA4-78E6B34C48CE}"/>
              </a:ext>
            </a:extLst>
          </p:cNvPr>
          <p:cNvSpPr/>
          <p:nvPr/>
        </p:nvSpPr>
        <p:spPr>
          <a:xfrm>
            <a:off x="4028536" y="1285336"/>
            <a:ext cx="1311215" cy="8626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54A8B-E771-422E-842E-F66A5D3C0126}"/>
              </a:ext>
            </a:extLst>
          </p:cNvPr>
          <p:cNvSpPr/>
          <p:nvPr/>
        </p:nvSpPr>
        <p:spPr>
          <a:xfrm>
            <a:off x="4028536" y="2416629"/>
            <a:ext cx="1380226" cy="56811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AF7C5E-6D76-46E8-8077-E80EBAC039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52027" r="24221" b="19597"/>
          <a:stretch/>
        </p:blipFill>
        <p:spPr>
          <a:xfrm>
            <a:off x="1507788" y="4317519"/>
            <a:ext cx="3528995" cy="1078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D6C6AE-1200-4502-8DE2-D088FEF6763D}"/>
              </a:ext>
            </a:extLst>
          </p:cNvPr>
          <p:cNvSpPr txBox="1"/>
          <p:nvPr/>
        </p:nvSpPr>
        <p:spPr>
          <a:xfrm>
            <a:off x="1680471" y="4655771"/>
            <a:ext cx="31071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Luar biasa! Kamu berhasil </a:t>
            </a:r>
            <a:r>
              <a:rPr lang="en-US" sz="1600" dirty="0" err="1"/>
              <a:t>menebak</a:t>
            </a:r>
            <a:r>
              <a:rPr lang="en-US" sz="1600" dirty="0"/>
              <a:t> planet </a:t>
            </a:r>
            <a:r>
              <a:rPr lang="en-US" sz="1600" dirty="0" err="1"/>
              <a:t>Merkurius</a:t>
            </a:r>
            <a:r>
              <a:rPr lang="en-US" sz="1600" dirty="0"/>
              <a:t>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8713D3-2D04-436D-97B2-1CED25441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1" y="773017"/>
            <a:ext cx="5495569" cy="30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81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69212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Pertanyaan di layar:</a:t>
                      </a:r>
                    </a:p>
                    <a:p>
                      <a:r>
                        <a:rPr lang="en-US" dirty="0"/>
                        <a:t>"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Aku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satu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-satunya planet yang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diketahui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memiliki kehidupan. Memiliki air di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permukaan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atmosfer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melindungi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makhluk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hidup.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Siapakah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aku?</a:t>
                      </a:r>
                      <a:endParaRPr lang="en-US" dirty="0"/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Feedback: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harus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gambar planet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Bumi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menaruhnya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teks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apresiasi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Hebat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Itu adalah Planet 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Bumi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Planet tidak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menempel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 dan kembali lagi ke menu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A6E8-5E1A-4F4B-AEA4-78E6B34C48CE}"/>
              </a:ext>
            </a:extLst>
          </p:cNvPr>
          <p:cNvSpPr/>
          <p:nvPr/>
        </p:nvSpPr>
        <p:spPr>
          <a:xfrm>
            <a:off x="4028536" y="1285336"/>
            <a:ext cx="1311215" cy="8626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54A8B-E771-422E-842E-F66A5D3C0126}"/>
              </a:ext>
            </a:extLst>
          </p:cNvPr>
          <p:cNvSpPr/>
          <p:nvPr/>
        </p:nvSpPr>
        <p:spPr>
          <a:xfrm>
            <a:off x="4028536" y="2416629"/>
            <a:ext cx="1380226" cy="56811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CC5428-A0BB-4B61-8DB6-BB30F3AB04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52027" r="24221" b="19597"/>
          <a:stretch/>
        </p:blipFill>
        <p:spPr>
          <a:xfrm>
            <a:off x="1507788" y="4317519"/>
            <a:ext cx="3528995" cy="1078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6BDBFF-6E08-435B-B8A5-298E8CFCECD0}"/>
              </a:ext>
            </a:extLst>
          </p:cNvPr>
          <p:cNvSpPr txBox="1"/>
          <p:nvPr/>
        </p:nvSpPr>
        <p:spPr>
          <a:xfrm>
            <a:off x="1680472" y="4594215"/>
            <a:ext cx="3081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Keren! Kamu benar, itu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tercinta</a:t>
            </a:r>
            <a:r>
              <a:rPr lang="en-US" dirty="0"/>
              <a:t>, Planet Bumi!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ED3184-EDB0-4253-B35A-D9645167C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1" y="773017"/>
            <a:ext cx="5495569" cy="30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05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451034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Pertanyaan di layar:</a:t>
                      </a:r>
                    </a:p>
                    <a:p>
                      <a:r>
                        <a:rPr lang="en-US" dirty="0"/>
                        <a:t>"Aku </a:t>
                      </a:r>
                      <a:r>
                        <a:rPr lang="en-US" dirty="0" err="1"/>
                        <a:t>terlihat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sangat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cantik</a:t>
                      </a:r>
                      <a:r>
                        <a:rPr lang="en-US" dirty="0"/>
                        <a:t> dengan </a:t>
                      </a:r>
                      <a:r>
                        <a:rPr lang="en-US" dirty="0" err="1"/>
                        <a:t>cincin</a:t>
                      </a:r>
                      <a:r>
                        <a:rPr lang="en-US" dirty="0"/>
                        <a:t> besar yang </a:t>
                      </a:r>
                      <a:r>
                        <a:rPr lang="en-US" dirty="0" err="1"/>
                        <a:t>melingkari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tubuhku</a:t>
                      </a:r>
                      <a:r>
                        <a:rPr lang="en-US" dirty="0"/>
                        <a:t>. Aku adalah planet </a:t>
                      </a:r>
                      <a:r>
                        <a:rPr lang="en-US" dirty="0" err="1"/>
                        <a:t>raksasa</a:t>
                      </a:r>
                      <a:r>
                        <a:rPr lang="en-US" dirty="0"/>
                        <a:t> gas yang paling </a:t>
                      </a:r>
                      <a:r>
                        <a:rPr lang="en-US" dirty="0" err="1"/>
                        <a:t>ikonik</a:t>
                      </a:r>
                      <a:r>
                        <a:rPr lang="en-US" dirty="0"/>
                        <a:t> di tata </a:t>
                      </a:r>
                      <a:r>
                        <a:rPr lang="en-US" dirty="0" err="1"/>
                        <a:t>surya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Siapakah</a:t>
                      </a:r>
                      <a:r>
                        <a:rPr lang="en-US" dirty="0"/>
                        <a:t> aku?"</a:t>
                      </a:r>
                      <a:endParaRPr lang="en-US" sz="1800" i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Feedback: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harus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gambar planet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Saturnus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menaruhnya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teks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apresiasi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Hebat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Itu adalah Planet 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Saturnus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Planet tidak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menempel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 dan kembali lagi ke menu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A6E8-5E1A-4F4B-AEA4-78E6B34C48CE}"/>
              </a:ext>
            </a:extLst>
          </p:cNvPr>
          <p:cNvSpPr/>
          <p:nvPr/>
        </p:nvSpPr>
        <p:spPr>
          <a:xfrm>
            <a:off x="4028536" y="1285336"/>
            <a:ext cx="1311215" cy="8626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54A8B-E771-422E-842E-F66A5D3C0126}"/>
              </a:ext>
            </a:extLst>
          </p:cNvPr>
          <p:cNvSpPr/>
          <p:nvPr/>
        </p:nvSpPr>
        <p:spPr>
          <a:xfrm>
            <a:off x="4028536" y="2416629"/>
            <a:ext cx="1380226" cy="56811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55B6F-9411-49F7-82C7-B277D88FC9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52027" r="24221" b="19597"/>
          <a:stretch/>
        </p:blipFill>
        <p:spPr>
          <a:xfrm>
            <a:off x="1507788" y="4317519"/>
            <a:ext cx="3528995" cy="1078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E93B67-BDE2-4B05-B86E-62F89EA056F4}"/>
              </a:ext>
            </a:extLst>
          </p:cNvPr>
          <p:cNvSpPr txBox="1"/>
          <p:nvPr/>
        </p:nvSpPr>
        <p:spPr>
          <a:xfrm>
            <a:off x="1680471" y="4655771"/>
            <a:ext cx="3072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Keren! Kamu benar, itu Saturnus </a:t>
            </a:r>
            <a:r>
              <a:rPr lang="en-US" sz="1600" dirty="0" err="1"/>
              <a:t>si</a:t>
            </a:r>
            <a:r>
              <a:rPr lang="en-US" sz="1600" dirty="0"/>
              <a:t> planet </a:t>
            </a:r>
            <a:r>
              <a:rPr lang="en-US" sz="1600" dirty="0" err="1"/>
              <a:t>bercincin</a:t>
            </a:r>
            <a:r>
              <a:rPr lang="en-US" sz="1600" dirty="0"/>
              <a:t> </a:t>
            </a:r>
            <a:r>
              <a:rPr lang="en-US" sz="1600" dirty="0" err="1"/>
              <a:t>indah</a:t>
            </a:r>
            <a:r>
              <a:rPr lang="en-US" sz="1600" dirty="0"/>
              <a:t>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F338FF-45CE-44A6-B144-CBC709822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1" y="773017"/>
            <a:ext cx="5495569" cy="30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8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052459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Pertanyaan di layar:</a:t>
                      </a:r>
                    </a:p>
                    <a:p>
                      <a:r>
                        <a:rPr lang="en-US" dirty="0"/>
                        <a:t>"Aku </a:t>
                      </a:r>
                      <a:r>
                        <a:rPr lang="en-US" dirty="0" err="1"/>
                        <a:t>dikenal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sebagai</a:t>
                      </a:r>
                      <a:r>
                        <a:rPr lang="en-US" dirty="0"/>
                        <a:t> planet yang </a:t>
                      </a:r>
                      <a:r>
                        <a:rPr lang="en-US" dirty="0" err="1"/>
                        <a:t>unik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karena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poros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rotasiku</a:t>
                      </a:r>
                      <a:r>
                        <a:rPr lang="en-US" dirty="0"/>
                        <a:t> yang miring sampai </a:t>
                      </a:r>
                      <a:r>
                        <a:rPr lang="en-US" dirty="0" err="1"/>
                        <a:t>hampir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rebah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sehingga</a:t>
                      </a:r>
                      <a:r>
                        <a:rPr lang="en-US" dirty="0"/>
                        <a:t> aku </a:t>
                      </a:r>
                      <a:r>
                        <a:rPr lang="en-US" dirty="0" err="1"/>
                        <a:t>seolah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berguling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orbitku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Siapakah</a:t>
                      </a:r>
                      <a:r>
                        <a:rPr lang="en-US" dirty="0"/>
                        <a:t> aku?“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Feedback: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harus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gambar planet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Uranus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menaruhnya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teks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apresiasi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Hebat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Itu adalah Planet 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Uranus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Planet tidak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menempel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 dan kembali lagi ke menu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A6E8-5E1A-4F4B-AEA4-78E6B34C48CE}"/>
              </a:ext>
            </a:extLst>
          </p:cNvPr>
          <p:cNvSpPr/>
          <p:nvPr/>
        </p:nvSpPr>
        <p:spPr>
          <a:xfrm>
            <a:off x="4028536" y="1285336"/>
            <a:ext cx="1311215" cy="8626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54A8B-E771-422E-842E-F66A5D3C0126}"/>
              </a:ext>
            </a:extLst>
          </p:cNvPr>
          <p:cNvSpPr/>
          <p:nvPr/>
        </p:nvSpPr>
        <p:spPr>
          <a:xfrm>
            <a:off x="4028536" y="2416629"/>
            <a:ext cx="1380226" cy="56811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7568BF-1FE4-4FD7-8F13-1A3500E8DA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52027" r="24221" b="19597"/>
          <a:stretch/>
        </p:blipFill>
        <p:spPr>
          <a:xfrm>
            <a:off x="1507788" y="4317519"/>
            <a:ext cx="3528995" cy="1078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8C8DC0-724F-4875-B559-ABD5782D303D}"/>
              </a:ext>
            </a:extLst>
          </p:cNvPr>
          <p:cNvSpPr txBox="1"/>
          <p:nvPr/>
        </p:nvSpPr>
        <p:spPr>
          <a:xfrm>
            <a:off x="1680471" y="4594215"/>
            <a:ext cx="3089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Hebat</a:t>
            </a:r>
            <a:r>
              <a:rPr lang="en-US" dirty="0"/>
              <a:t>! Itu </a:t>
            </a:r>
            <a:r>
              <a:rPr lang="en-US" dirty="0" err="1"/>
              <a:t>memang</a:t>
            </a:r>
            <a:r>
              <a:rPr lang="en-US" dirty="0"/>
              <a:t> planet Uranus yang </a:t>
            </a:r>
            <a:r>
              <a:rPr lang="en-US" dirty="0" err="1"/>
              <a:t>berputar</a:t>
            </a:r>
            <a:r>
              <a:rPr lang="en-US" dirty="0"/>
              <a:t> miring!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85E737-531D-444B-9DFF-D10E740C1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1" y="773017"/>
            <a:ext cx="5495569" cy="30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4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11541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Pertanyaan di layar:</a:t>
                      </a:r>
                    </a:p>
                    <a:p>
                      <a:r>
                        <a:rPr lang="en-US" dirty="0"/>
                        <a:t>"Aku adalah planet </a:t>
                      </a:r>
                      <a:r>
                        <a:rPr lang="en-US" dirty="0" err="1"/>
                        <a:t>terjauh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Matahari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sering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disebut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sebagai</a:t>
                      </a:r>
                      <a:r>
                        <a:rPr lang="en-US" dirty="0"/>
                        <a:t> planet biru yang </a:t>
                      </a:r>
                      <a:r>
                        <a:rPr lang="en-US" dirty="0" err="1"/>
                        <a:t>dingin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berangin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sangat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kencang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Siapakah</a:t>
                      </a:r>
                      <a:r>
                        <a:rPr lang="en-US" dirty="0"/>
                        <a:t> aku?"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Feedback: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Murid harus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gambar planet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Neptunus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menaruhnya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Muncul teks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apresiasi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Hebat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Itu adalah Planet </a:t>
                      </a:r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Neptunus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(+12,5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Sfx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buzz error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Planet tidak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menempel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orbit dan kembali lagi ke menu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berkurang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(-6,25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A6E8-5E1A-4F4B-AEA4-78E6B34C48CE}"/>
              </a:ext>
            </a:extLst>
          </p:cNvPr>
          <p:cNvSpPr/>
          <p:nvPr/>
        </p:nvSpPr>
        <p:spPr>
          <a:xfrm>
            <a:off x="4028536" y="1285336"/>
            <a:ext cx="1311215" cy="8626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54A8B-E771-422E-842E-F66A5D3C0126}"/>
              </a:ext>
            </a:extLst>
          </p:cNvPr>
          <p:cNvSpPr/>
          <p:nvPr/>
        </p:nvSpPr>
        <p:spPr>
          <a:xfrm>
            <a:off x="4028536" y="2416629"/>
            <a:ext cx="1380226" cy="56811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3947C9-7320-418F-8B6D-7066465FEB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7" t="52027" r="24221" b="19597"/>
          <a:stretch/>
        </p:blipFill>
        <p:spPr>
          <a:xfrm>
            <a:off x="1507788" y="4317519"/>
            <a:ext cx="3528995" cy="1078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16B332-3E47-4B40-9362-B9EC7A33722A}"/>
              </a:ext>
            </a:extLst>
          </p:cNvPr>
          <p:cNvSpPr txBox="1"/>
          <p:nvPr/>
        </p:nvSpPr>
        <p:spPr>
          <a:xfrm>
            <a:off x="1680471" y="4655771"/>
            <a:ext cx="3098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Tepat sekali! Itu adalah Neptunus dengan angin badai terkuatnya!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B70FFE-8A4C-4989-A5D5-E0CE5D5FB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1" y="773017"/>
            <a:ext cx="5495569" cy="30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2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021666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TEKS TANTANGAN: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"MISI SELESAI! KAMU HEBAT!"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Tantangan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dirty="0" err="1"/>
                        <a:t>Mengapa</a:t>
                      </a:r>
                      <a:r>
                        <a:rPr lang="en-US" dirty="0"/>
                        <a:t> posisi planet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tata </a:t>
                      </a:r>
                      <a:r>
                        <a:rPr lang="en-US" dirty="0" err="1"/>
                        <a:t>surya</a:t>
                      </a:r>
                      <a:r>
                        <a:rPr lang="en-US" dirty="0"/>
                        <a:t> tidak boleh </a:t>
                      </a:r>
                      <a:r>
                        <a:rPr lang="en-US" dirty="0" err="1"/>
                        <a:t>tertukar</a:t>
                      </a:r>
                      <a:r>
                        <a:rPr lang="en-US" dirty="0"/>
                        <a:t>?</a:t>
                      </a:r>
                    </a:p>
                    <a:p>
                      <a:r>
                        <a:rPr lang="en-US" dirty="0" err="1"/>
                        <a:t>Apa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dampak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buruknya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jika</a:t>
                      </a:r>
                      <a:r>
                        <a:rPr lang="en-US" dirty="0"/>
                        <a:t> Bumi </a:t>
                      </a:r>
                      <a:r>
                        <a:rPr lang="en-US" dirty="0" err="1"/>
                        <a:t>bertukar</a:t>
                      </a:r>
                      <a:r>
                        <a:rPr lang="en-US" dirty="0"/>
                        <a:t> tempat dengan </a:t>
                      </a:r>
                      <a:r>
                        <a:rPr lang="en-US" dirty="0" err="1"/>
                        <a:t>Merkurius</a:t>
                      </a:r>
                      <a:r>
                        <a:rPr lang="en-US" dirty="0"/>
                        <a:t> bagi kehidupan </a:t>
                      </a:r>
                      <a:r>
                        <a:rPr lang="en-US" dirty="0" err="1"/>
                        <a:t>makhluk</a:t>
                      </a:r>
                      <a:r>
                        <a:rPr lang="en-US" dirty="0"/>
                        <a:t> hidup?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Yuk,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Tuliskan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Jawaban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Kalian di Buku catatan! Sampai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jumpa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!”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Background animasi tata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bergerak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↺ MAIN LAGI ]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KELUAR]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SC-11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E3F24-A61E-4D96-AF34-67B3428E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78" y="785534"/>
            <a:ext cx="5502437" cy="31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8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2231</TotalTime>
  <Words>1261</Words>
  <Application>Microsoft Office PowerPoint</Application>
  <PresentationFormat>Widescreen</PresentationFormat>
  <Paragraphs>176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STORYBOARD GAME INTERAKTIF PEMBELAJARAN IPAS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Helmin</dc:creator>
  <cp:lastModifiedBy>Helmin</cp:lastModifiedBy>
  <cp:revision>132</cp:revision>
  <dcterms:created xsi:type="dcterms:W3CDTF">2026-06-03T05:39:09Z</dcterms:created>
  <dcterms:modified xsi:type="dcterms:W3CDTF">2026-08-22T06:31:50Z</dcterms:modified>
</cp:coreProperties>
</file>